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COORDIN8 EXECUTIVE STRATEGY  •  NEXUS LOGISTICS - AUTONOMOUS FLEET TELEMATICS  •  FINAL APPROVED (STAGE 3)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</a:defRPr>
            </a:pPr>
            <a:r>
              <a:t>NEX-ROUTE Strategic Intelligence &amp; Executive Briefing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Final Sign-off and Production Deployment Presentation for Nexus Supply Chain Global</a:t>
            </a:r>
          </a:p>
          <a:p>
            <a:pPr>
              <a:spcBef>
                <a:spcPts val="3600"/>
              </a:spcBef>
              <a:defRPr sz="1200">
                <a:solidFill>
                  <a:srgbClr val="94A3B8"/>
                </a:solidFill>
              </a:defRPr>
            </a:pPr>
            <a:r>
              <a:t>Client: Nexus Supply Chain Global   |   Date: September 29, 2026   |   Status: Final Approved (Stage 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Strategic Outcomes &amp; Value Delivered</a:t>
            </a:r>
          </a:p>
          <a:p>
            <a:pPr>
              <a:spcBef>
                <a:spcPts val="300"/>
              </a:spcBef>
              <a:defRPr sz="1000" b="1">
                <a:solidFill>
                  <a:srgbClr val="10B981"/>
                </a:solidFill>
              </a:defRPr>
            </a:pPr>
            <a:r>
              <a:t>EXECUTIVE BRIEFING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Cycle Time Reduction</a:t>
            </a:r>
          </a:p>
          <a:p>
            <a:pPr>
              <a:spcBef>
                <a:spcPts val="800"/>
              </a:spcBef>
              <a:defRPr sz="3000" b="1">
                <a:solidFill>
                  <a:srgbClr val="1E293B"/>
                </a:solidFill>
              </a:defRPr>
            </a:pPr>
            <a:r>
              <a:t>-88%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Reduced underwriting turnaround from 14 days to sub-second real-time scoring.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Instant customer feedback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Zero manual data re-entry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0618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Risk Accuracy</a:t>
            </a:r>
          </a:p>
          <a:p>
            <a:pPr>
              <a:spcBef>
                <a:spcPts val="800"/>
              </a:spcBef>
              <a:defRPr sz="3000" b="1">
                <a:solidFill>
                  <a:srgbClr val="1E293B"/>
                </a:solidFill>
              </a:defRPr>
            </a:pPr>
            <a:r>
              <a:t>0.914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Top-decile model discriminative power under simulated macroeconomic stress.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Robust against rate shocks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SHAP explainability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6836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Compliance Readiness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Full compliance achieved across federal and industry regulatory frameworks.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ECOA Fair Lending certified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21 CFR Part 11 compliant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Coordin8 Delivery System  •  Confidential for Nexus Supply Chain Global  •  Final Approved (Stage 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Deployment Architecture &amp; Production Roadmap</a:t>
            </a:r>
          </a:p>
          <a:p>
            <a:pPr>
              <a:spcBef>
                <a:spcPts val="300"/>
              </a:spcBef>
              <a:defRPr sz="1000" b="1">
                <a:solidFill>
                  <a:srgbClr val="10B981"/>
                </a:solidFill>
              </a:defRPr>
            </a:pPr>
            <a:r>
              <a:t>SYSTEM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Phase 1: Pilot Launch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Commencing dark-launch traffic shadowing across 25% of live transactions.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Real-time parallel scoring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Zero customer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0618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Phase 2: Full Cutover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Promote automated underwriting engine to primary decision authority.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Automated adverse notices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Continuous drift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6836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Phase 3: Scale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Extend framework to enterprise international multi-region jurisdictions.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Multi-currency support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Local compliance adaptors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Coordin8 Delivery System  •  Confidential for Nexus Supply Chain Global  •  Final Approved (Stage 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