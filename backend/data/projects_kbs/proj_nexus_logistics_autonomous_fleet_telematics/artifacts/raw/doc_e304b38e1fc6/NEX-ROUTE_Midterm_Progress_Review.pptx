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COORDIN8 EXECUTIVE STRATEGY  •  NEXUS LOGISTICS - AUTONOMOUS FLEET TELEMATICS  •  MIDTERM PROGRESS (STAGE 2)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NEX-ROUTE Mid-Sprint Architecture Review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Sprint 2 Progress &amp; Technical Walkthrough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Nexus Supply Chain Global   |   Date: September 29, 2026   |   Status: Midterm Progress (Stage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Executive Progress Highlights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SPRINT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Architecture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Completed core microservices specification and security boundary definitions.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mTLS configuration ready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Ingestion latency &lt;100ms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Quantitative Modeling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91.4%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ROC-AUC achieved across test benchmark splits.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Evaluated 90k records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data leakage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Client Feedback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Incorporated requests from latest Google Meet session.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Added Fair Lending compliance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IRB criteria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Nexus Supply Chain Global  •  Midterm Progress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