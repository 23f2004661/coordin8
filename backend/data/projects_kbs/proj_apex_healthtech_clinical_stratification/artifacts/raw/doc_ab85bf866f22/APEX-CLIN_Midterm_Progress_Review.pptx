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COORDIN8 EXECUTIVE STRATEGY  •  APEX HEALTHTECH - CLINICAL STRATIFICATION  •  MIDTERM PROGRESS (STAGE 2)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APEX-CLIN Mid-Sprint Architecture Review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</a:defRPr>
            </a:pPr>
            <a:r>
              <a:t>Sprint 2 Progress &amp; Technical Walkthrough</a:t>
            </a:r>
          </a:p>
          <a:p>
            <a:pPr>
              <a:spcBef>
                <a:spcPts val="3600"/>
              </a:spcBef>
              <a:defRPr sz="1200">
                <a:solidFill>
                  <a:srgbClr val="94A3B8"/>
                </a:solidFill>
              </a:defRPr>
            </a:pPr>
            <a:r>
              <a:t>Client: Apex Therapeutics &amp; Genomics   |   Date: September 29, 2026   |   Status: Midterm Progress (Stage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Executive Progress Highlights</a:t>
            </a:r>
          </a:p>
          <a:p>
            <a:pPr>
              <a:spcBef>
                <a:spcPts val="300"/>
              </a:spcBef>
              <a:defRPr sz="1000" b="1">
                <a:solidFill>
                  <a:srgbClr val="0EA5E9"/>
                </a:solidFill>
              </a:defRPr>
            </a:pPr>
            <a:r>
              <a:t>SPRINT PROGRESS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Architecture Validation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Completed core microservices specification and security boundary definitions.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mTLS configuration ready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Ingestion latency &lt;100ms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90618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Quantitative Modeling</a:t>
            </a:r>
          </a:p>
          <a:p>
            <a:pPr>
              <a:spcBef>
                <a:spcPts val="800"/>
              </a:spcBef>
              <a:defRPr sz="3000" b="1">
                <a:solidFill>
                  <a:srgbClr val="1E293B"/>
                </a:solidFill>
              </a:defRPr>
            </a:pPr>
            <a:r>
              <a:t>91.4%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ROC-AUC achieved across test benchmark splits.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Evaluated 90k records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Zero data leakage detected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6836" y="1645920"/>
            <a:ext cx="3210458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Client Feedback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Incorporated requests from latest Google Meet session.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Added Fair Lending compliance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IRB criteria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Coordin8 Delivery System  •  Confidential for Apex Therapeutics &amp; Genomics  •  Midterm Progress (Stage 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