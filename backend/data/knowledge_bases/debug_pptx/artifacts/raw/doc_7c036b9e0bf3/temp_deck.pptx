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Engineering Strategic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Core Platform Architecture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Gateway Migration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Milestone Alpha: Envoy proxy migration completed by November 15.</a:t>
            </a:r>
          </a:p>
          <a:p>
            <a:r>
              <a:t>Milestone Beta: Cut over public DNS traffic with zero downtime.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